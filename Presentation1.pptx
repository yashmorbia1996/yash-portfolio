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BBB2-0DC3-B56D-291E-C8F498F06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6B666-BA1A-7F35-06B3-C85F7B774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6AE0-8F4D-72D4-1565-D96D4D95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43B5-ECF4-1AFF-B315-43DC1C6F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DDF37-58D9-0E74-C054-250A5DF1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5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6BBA-33DA-A876-0D4A-947C0E65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D7DA-4833-93B2-CA2C-0F20D5CB5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3512-AD21-B78C-0F57-8122DDA1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2B07-4FC9-34F8-4E82-B7ABC734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37EB-A379-EC6A-5CD6-7DFBC106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8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9DFE-3DD4-356D-5CE8-9E614A83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1CD0-E6C6-C395-BB3E-4E6DEB6D5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536EB-DA83-F95E-2F2B-E4719272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F37BE-33DE-3D31-C30F-4488841A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8564B-083B-046A-279D-22C30C9A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9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E953-F8BB-565B-42DC-21C4332F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0F3C-DF46-476B-88AD-22D148FDC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61CB-158C-4C51-1687-C2249604F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9A401-7244-E005-26E3-CC4A7548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11631-872D-BF85-6233-271CC54C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29AEB-38FE-8DD0-4E78-7006204A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6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094A-14EC-7A43-5884-F1488BF2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86652-7556-2D22-39F9-CFFFE6143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1216E-F6FA-7B0A-F55E-D67C12BCF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D81EE-4ADE-D7B5-6CFC-610CC080A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2F5A5-AE9A-A6D0-85F4-3D5D489FC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2E285-E02A-4FB4-0F00-082FC52E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2933D-99DD-060C-931D-B76FA731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8B34B-0C66-64AF-F407-ECE77930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2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D224-1031-FD55-0D9B-3721FD1B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96B91-B0E3-FEDD-D5E0-D1E7838D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F1C15-4788-9F1C-5181-A8B8CB5A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69721-8A91-32A9-F13E-1F9C7216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0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F1200-B545-DDB2-0153-40833F44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D2402-5CF6-8AA0-73CA-F2B6E554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E939D-4D35-6347-88FC-A5B29F8B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9CB7-5CF0-3AEE-9040-5ED71B6E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ACE39-CA52-648D-6468-DD4DC3448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1FF46-230F-F945-C9DD-635FF65CC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24FB2-0C38-AC00-A403-00C4FD24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BAABB-BC2C-9F57-7187-AA657D06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FBB10-7957-D6F9-E3D8-A2659C46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71A5-68A7-CF89-C659-E24638F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F4FA-BA8A-3148-55CE-39657FAE7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C1FB2-3549-A86E-DC0C-CC0B5F175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70822-F34F-ACDD-3595-C42B59F5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9B51D-4831-E81D-9E2B-B4FA1E16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FC7F-BB2F-58B5-26E7-D596DBB4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6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3345-2F09-905A-04A3-AD45DDB6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AFF81-A296-7992-5233-DA6BAAD5A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CFD09-1CA1-E406-3844-232581A4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A16BB-312F-1FCD-8672-A81D9D77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C3ABD-0CEF-D536-3CCC-D3B95997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8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2E490-8D81-84CB-583E-EB4DBAD50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2C2D8-6885-91D5-E9C6-67D9F7B38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1BF8-B519-F9EA-CFA4-BB4459AB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3940B-D07F-65FD-9A6F-C0DC0A09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85DED-85AA-E87C-4994-1B7CBE33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6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BA354-194C-584F-B557-10C3A01F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71B7D-1674-1B60-F526-2045AD5E0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91741-B78A-21A9-BC5E-C63E9BAE0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1FF1C-30D5-4778-8390-5C0072E6E1D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C9D01-3D7C-49E2-17A8-F641719D1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73E7-E174-9A11-D418-75CF88390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00A34-BC06-4636-A3E2-412660B25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6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537D1D-E2B8-7D0B-8A06-CE802813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15" y="132293"/>
            <a:ext cx="7027874" cy="659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2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0B8E-3352-812A-8919-FFDD370C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5DDC9-32AD-861C-ABFC-44D873AC6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00AAA-24E3-A33B-DD93-B252EEB07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40" y="151856"/>
            <a:ext cx="5663273" cy="602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4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41D0C-8895-D93A-DEB3-9FAD1240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AD67-F0F0-E40F-191D-6403653A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57D6-97B8-305F-0744-29F48A3B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EBFB2-817C-F856-AF2D-6552B3F2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3146" r="4181"/>
          <a:stretch>
            <a:fillRect/>
          </a:stretch>
        </p:blipFill>
        <p:spPr>
          <a:xfrm>
            <a:off x="184860" y="274636"/>
            <a:ext cx="11822280" cy="630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8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962DDC-85D3-CE66-D4F3-CC4E2BC74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63" y="138660"/>
            <a:ext cx="5446666" cy="2428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019748-1B2F-BE13-68D7-FD3AC1B87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216" y="75125"/>
            <a:ext cx="5202841" cy="29831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3D819A-CD9A-5325-BD0A-C89515416989}"/>
              </a:ext>
            </a:extLst>
          </p:cNvPr>
          <p:cNvGrpSpPr/>
          <p:nvPr/>
        </p:nvGrpSpPr>
        <p:grpSpPr>
          <a:xfrm>
            <a:off x="854691" y="2712506"/>
            <a:ext cx="4166407" cy="3698113"/>
            <a:chOff x="1150440" y="1154958"/>
            <a:chExt cx="785108" cy="629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AEED79F-1356-1CB4-BDA4-1BCFF0FF8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0440" y="1154958"/>
              <a:ext cx="785108" cy="62999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B05C40-C8EB-9154-8D67-52158FDB1655}"/>
                </a:ext>
              </a:extLst>
            </p:cNvPr>
            <p:cNvSpPr/>
            <p:nvPr/>
          </p:nvSpPr>
          <p:spPr>
            <a:xfrm>
              <a:off x="1375620" y="1380191"/>
              <a:ext cx="458666" cy="98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7F77F95-5F3B-0338-0906-9B052F0DF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885" y="2946114"/>
            <a:ext cx="3321502" cy="34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4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7D8C-7594-5B42-EE30-D6A9E0E5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57A3-78D2-C813-E13B-8B28AC18E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4610D-84AD-A46F-5769-D2453997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014"/>
          <a:stretch>
            <a:fillRect/>
          </a:stretch>
        </p:blipFill>
        <p:spPr>
          <a:xfrm>
            <a:off x="914400" y="206745"/>
            <a:ext cx="10829275" cy="506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2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AB1AE-D95E-93C6-94DB-070E1A6AC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83305"/>
            <a:ext cx="11936491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4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139F96-A216-C090-47C8-3778DF3A7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0"/>
          <a:stretch>
            <a:fillRect/>
          </a:stretch>
        </p:blipFill>
        <p:spPr>
          <a:xfrm>
            <a:off x="1070465" y="1393371"/>
            <a:ext cx="9825246" cy="41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61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2B2AAEF-8E3D-0EC4-4CDF-DF899400F20F}"/>
              </a:ext>
            </a:extLst>
          </p:cNvPr>
          <p:cNvGrpSpPr/>
          <p:nvPr/>
        </p:nvGrpSpPr>
        <p:grpSpPr>
          <a:xfrm>
            <a:off x="-67579" y="0"/>
            <a:ext cx="5600311" cy="3166174"/>
            <a:chOff x="0" y="749683"/>
            <a:chExt cx="5977417" cy="345201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112EA2-BFFE-F715-886D-73FA95C8A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207" y="749683"/>
              <a:ext cx="4700958" cy="3452015"/>
            </a:xfrm>
            <a:prstGeom prst="rect">
              <a:avLst/>
            </a:prstGeom>
          </p:spPr>
        </p:pic>
        <p:sp>
          <p:nvSpPr>
            <p:cNvPr id="6" name="Callout: Left Arrow 5">
              <a:extLst>
                <a:ext uri="{FF2B5EF4-FFF2-40B4-BE49-F238E27FC236}">
                  <a16:creationId xmlns:a16="http://schemas.microsoft.com/office/drawing/2014/main" id="{56FD3506-8B57-1DA7-DA33-3FB4A24FF8BB}"/>
                </a:ext>
              </a:extLst>
            </p:cNvPr>
            <p:cNvSpPr/>
            <p:nvPr/>
          </p:nvSpPr>
          <p:spPr>
            <a:xfrm>
              <a:off x="4052047" y="2939143"/>
              <a:ext cx="1925370" cy="1089789"/>
            </a:xfrm>
            <a:prstGeom prst="leftArrowCallout">
              <a:avLst>
                <a:gd name="adj1" fmla="val 11834"/>
                <a:gd name="adj2" fmla="val 14185"/>
                <a:gd name="adj3" fmla="val 16536"/>
                <a:gd name="adj4" fmla="val 6497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Inlet velocity: 0.261 m/s</a:t>
              </a:r>
            </a:p>
          </p:txBody>
        </p:sp>
        <p:sp>
          <p:nvSpPr>
            <p:cNvPr id="7" name="Callout: Left Arrow 6">
              <a:extLst>
                <a:ext uri="{FF2B5EF4-FFF2-40B4-BE49-F238E27FC236}">
                  <a16:creationId xmlns:a16="http://schemas.microsoft.com/office/drawing/2014/main" id="{D69705F6-ECBF-F1AA-AE0F-170E39C0B9E3}"/>
                </a:ext>
              </a:extLst>
            </p:cNvPr>
            <p:cNvSpPr/>
            <p:nvPr/>
          </p:nvSpPr>
          <p:spPr>
            <a:xfrm>
              <a:off x="0" y="2939143"/>
              <a:ext cx="1925370" cy="1089789"/>
            </a:xfrm>
            <a:prstGeom prst="leftArrowCallout">
              <a:avLst>
                <a:gd name="adj1" fmla="val 11834"/>
                <a:gd name="adj2" fmla="val 14185"/>
                <a:gd name="adj3" fmla="val 16536"/>
                <a:gd name="adj4" fmla="val 6497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Outlet velocity: 0.283 m/s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81083A0-3D00-2110-7A98-E543AC66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64" y="0"/>
            <a:ext cx="5070475" cy="3043079"/>
          </a:xfrm>
          <a:prstGeom prst="rect">
            <a:avLst/>
          </a:prstGeom>
        </p:spPr>
      </p:pic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95058067-635A-B5FD-0695-8AF31E45BB89}"/>
              </a:ext>
            </a:extLst>
          </p:cNvPr>
          <p:cNvSpPr/>
          <p:nvPr/>
        </p:nvSpPr>
        <p:spPr>
          <a:xfrm>
            <a:off x="10221111" y="1438720"/>
            <a:ext cx="1720158" cy="1633292"/>
          </a:xfrm>
          <a:prstGeom prst="left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Inlet velocity: 0.622 m/s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E751E294-F844-43DE-522A-4DE3220ED8F0}"/>
              </a:ext>
            </a:extLst>
          </p:cNvPr>
          <p:cNvSpPr/>
          <p:nvPr/>
        </p:nvSpPr>
        <p:spPr>
          <a:xfrm>
            <a:off x="6282164" y="1438720"/>
            <a:ext cx="1720158" cy="1633292"/>
          </a:xfrm>
          <a:prstGeom prst="left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Outlet velocity: 0.55 m/s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4BF09A-3E9D-609B-E39F-3F05F02C2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90" y="3276052"/>
            <a:ext cx="4404382" cy="3251771"/>
          </a:xfrm>
          <a:prstGeom prst="rect">
            <a:avLst/>
          </a:prstGeom>
        </p:spPr>
      </p:pic>
      <p:sp>
        <p:nvSpPr>
          <p:cNvPr id="13" name="Callout: Left Arrow 12">
            <a:extLst>
              <a:ext uri="{FF2B5EF4-FFF2-40B4-BE49-F238E27FC236}">
                <a16:creationId xmlns:a16="http://schemas.microsoft.com/office/drawing/2014/main" id="{9CCAD95F-4170-B715-4353-E3A07B9DAFC2}"/>
              </a:ext>
            </a:extLst>
          </p:cNvPr>
          <p:cNvSpPr/>
          <p:nvPr/>
        </p:nvSpPr>
        <p:spPr>
          <a:xfrm>
            <a:off x="3816945" y="5349282"/>
            <a:ext cx="1715787" cy="1508718"/>
          </a:xfrm>
          <a:prstGeom prst="leftArrowCallout">
            <a:avLst>
              <a:gd name="adj1" fmla="val 16549"/>
              <a:gd name="adj2" fmla="val 17488"/>
              <a:gd name="adj3" fmla="val 16080"/>
              <a:gd name="adj4" fmla="val 6497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Inlet velocity: 0.395m/s</a:t>
            </a:r>
          </a:p>
        </p:txBody>
      </p:sp>
      <p:sp>
        <p:nvSpPr>
          <p:cNvPr id="14" name="Callout: Left Arrow 13">
            <a:extLst>
              <a:ext uri="{FF2B5EF4-FFF2-40B4-BE49-F238E27FC236}">
                <a16:creationId xmlns:a16="http://schemas.microsoft.com/office/drawing/2014/main" id="{A4EBE2A5-0CE8-A6FE-FDBC-B545BE547949}"/>
              </a:ext>
            </a:extLst>
          </p:cNvPr>
          <p:cNvSpPr/>
          <p:nvPr/>
        </p:nvSpPr>
        <p:spPr>
          <a:xfrm>
            <a:off x="948239" y="5349282"/>
            <a:ext cx="1715787" cy="1508718"/>
          </a:xfrm>
          <a:prstGeom prst="leftArrowCallout">
            <a:avLst>
              <a:gd name="adj1" fmla="val 16549"/>
              <a:gd name="adj2" fmla="val 17488"/>
              <a:gd name="adj3" fmla="val 16080"/>
              <a:gd name="adj4" fmla="val 6497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Outlet velocity: 0.483m/s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782BF1-B003-6904-1C07-0E4EC9CC4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083" y="3276052"/>
            <a:ext cx="5183796" cy="3473539"/>
          </a:xfrm>
          <a:prstGeom prst="rect">
            <a:avLst/>
          </a:prstGeom>
        </p:spPr>
      </p:pic>
      <p:sp>
        <p:nvSpPr>
          <p:cNvPr id="16" name="Callout: Left Arrow 15">
            <a:extLst>
              <a:ext uri="{FF2B5EF4-FFF2-40B4-BE49-F238E27FC236}">
                <a16:creationId xmlns:a16="http://schemas.microsoft.com/office/drawing/2014/main" id="{8051E426-6758-8546-AEF4-39D6CDDABD0A}"/>
              </a:ext>
            </a:extLst>
          </p:cNvPr>
          <p:cNvSpPr/>
          <p:nvPr/>
        </p:nvSpPr>
        <p:spPr>
          <a:xfrm>
            <a:off x="9974325" y="5487017"/>
            <a:ext cx="1745246" cy="1262574"/>
          </a:xfrm>
          <a:prstGeom prst="leftArrowCallout">
            <a:avLst>
              <a:gd name="adj1" fmla="val 12678"/>
              <a:gd name="adj2" fmla="val 16469"/>
              <a:gd name="adj3" fmla="val 16943"/>
              <a:gd name="adj4" fmla="val 6497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Inlet velocity: 0.438m/s</a:t>
            </a:r>
          </a:p>
        </p:txBody>
      </p:sp>
      <p:sp>
        <p:nvSpPr>
          <p:cNvPr id="17" name="Callout: Left Arrow 16">
            <a:extLst>
              <a:ext uri="{FF2B5EF4-FFF2-40B4-BE49-F238E27FC236}">
                <a16:creationId xmlns:a16="http://schemas.microsoft.com/office/drawing/2014/main" id="{19B0DD46-8223-FD25-9B0A-1F2555C82A81}"/>
              </a:ext>
            </a:extLst>
          </p:cNvPr>
          <p:cNvSpPr/>
          <p:nvPr/>
        </p:nvSpPr>
        <p:spPr>
          <a:xfrm>
            <a:off x="6591643" y="5409323"/>
            <a:ext cx="1745246" cy="1262574"/>
          </a:xfrm>
          <a:prstGeom prst="leftArrowCallout">
            <a:avLst>
              <a:gd name="adj1" fmla="val 12678"/>
              <a:gd name="adj2" fmla="val 16469"/>
              <a:gd name="adj3" fmla="val 16943"/>
              <a:gd name="adj4" fmla="val 6497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Outlet velocity: 0.514m/s</a:t>
            </a:r>
          </a:p>
        </p:txBody>
      </p:sp>
    </p:spTree>
    <p:extLst>
      <p:ext uri="{BB962C8B-B14F-4D97-AF65-F5344CB8AC3E}">
        <p14:creationId xmlns:p14="http://schemas.microsoft.com/office/powerpoint/2010/main" val="786840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CC7540-D2F1-1E4D-4DE7-B57F3CE4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88" y="1182515"/>
            <a:ext cx="8998223" cy="40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9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1D0AF9-1B73-A4DD-A8CC-BD1D62FB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030" y="544285"/>
            <a:ext cx="5053235" cy="5270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DBA1C7-0769-622D-A24C-8BD09E191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8" y="1367972"/>
            <a:ext cx="6005751" cy="344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7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52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Mulley</dc:creator>
  <cp:lastModifiedBy>Tyler Mulley</cp:lastModifiedBy>
  <cp:revision>1</cp:revision>
  <dcterms:created xsi:type="dcterms:W3CDTF">2026-04-12T15:03:13Z</dcterms:created>
  <dcterms:modified xsi:type="dcterms:W3CDTF">2026-04-13T00:44:45Z</dcterms:modified>
</cp:coreProperties>
</file>